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470" y="484187"/>
            <a:ext cx="7772400" cy="1470025"/>
          </a:xfrm>
        </p:spPr>
        <p:txBody>
          <a:bodyPr/>
          <a:lstStyle/>
          <a:p>
            <a:r>
              <a:rPr dirty="0"/>
              <a:t>Blood Bank Management System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Sagar Bohara</a:t>
            </a:r>
          </a:p>
          <a:p>
            <a:r>
              <a:rPr lang="en-IN" dirty="0"/>
              <a:t>2417791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51D2A-6036-4ECB-96D2-919453C4B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482" y="1649504"/>
            <a:ext cx="2368742" cy="23521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application for donor registration, blood requests, and admin management</a:t>
            </a:r>
          </a:p>
          <a:p>
            <a:r>
              <a:t>Helps manage blood bank efficiently and saves lives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D765B2-C4AF-4913-AF38-B8B670DB5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942" y="3484595"/>
            <a:ext cx="2691858" cy="3098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B62EB-E091-4243-BCA2-63BC3E5B4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329" y="4320988"/>
            <a:ext cx="3344536" cy="16988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Donor registration</a:t>
            </a:r>
          </a:p>
          <a:p>
            <a:r>
              <a:t>Blood request form</a:t>
            </a:r>
          </a:p>
          <a:p>
            <a:r>
              <a:t>Admin dashboard with real-time updates</a:t>
            </a:r>
          </a:p>
          <a:p>
            <a:r>
              <a:t>Responsive design and home navigation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84405-FF8A-40D7-A4E8-E5C8B85E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087720"/>
            <a:ext cx="4482353" cy="2521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1170BD-C0D7-49CD-AB1C-DB942BFB5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302" y="4100560"/>
            <a:ext cx="4436698" cy="24956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623" y="1698812"/>
            <a:ext cx="8229600" cy="4525963"/>
          </a:xfrm>
        </p:spPr>
        <p:txBody>
          <a:bodyPr/>
          <a:lstStyle/>
          <a:p>
            <a:r>
              <a:t>HTML, CSS, JavaScript for frontend</a:t>
            </a:r>
          </a:p>
          <a:p>
            <a:r>
              <a:t>Firebase Realtime Database for backend</a:t>
            </a:r>
          </a:p>
          <a:p>
            <a:r>
              <a:t>Real-time updates without server-side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E4B217-9BF4-4743-BA1B-3D611F18A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987" y="3545261"/>
            <a:ext cx="6382871" cy="32278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fills donor/request form</a:t>
            </a:r>
          </a:p>
          <a:p>
            <a:r>
              <a:t>Data pushed to Firebase</a:t>
            </a:r>
          </a:p>
          <a:p>
            <a:r>
              <a:t>Admin dashboard fetches and displays data in real-time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61D956-0A46-49A8-90BB-9DF43C562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48" y="4138456"/>
            <a:ext cx="6878010" cy="22386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/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CSS: cards, containers, buttons</a:t>
            </a:r>
          </a:p>
          <a:p>
            <a:r>
              <a:t>Flexbox and media queries for mobile responsiveness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14952E-A7C1-49E4-9FEF-BD2D74768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823" y="3469341"/>
            <a:ext cx="5934636" cy="33382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 &amp;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all donors and requests</a:t>
            </a:r>
          </a:p>
          <a:p>
            <a:r>
              <a:t>Data fetched in real-time using Firebase onValue</a:t>
            </a:r>
          </a:p>
          <a:p>
            <a:r>
              <a:t>Contact, blood group, units, patient name displayed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8D7809-05B0-41DF-B122-CE5F4E3D5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31763"/>
            <a:ext cx="9144000" cy="15086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Coding /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Firebase modules in JS</a:t>
            </a:r>
          </a:p>
          <a:p>
            <a:r>
              <a:t>Initialize Firebase using firebaseConfig</a:t>
            </a:r>
          </a:p>
          <a:p>
            <a:r>
              <a:t>Use push for saving data, onValue for fetching data</a:t>
            </a:r>
          </a:p>
          <a:p>
            <a:r>
              <a:t>Forms differentiated by IDs: donorForm, requestForm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Tested multiple donor registrations and blood requests</a:t>
            </a:r>
          </a:p>
          <a:p>
            <a:r>
              <a:t>Verified real-time updates on admin dashboard</a:t>
            </a:r>
          </a:p>
          <a:p>
            <a:r>
              <a:t>Firebase handles multiple users simultaneously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Admin authentication &amp; login</a:t>
            </a:r>
          </a:p>
          <a:p>
            <a:r>
              <a:rPr dirty="0"/>
              <a:t>Notifications for donors</a:t>
            </a:r>
          </a:p>
          <a:p>
            <a:r>
              <a:rPr dirty="0"/>
              <a:t>Search </a:t>
            </a:r>
            <a:r>
              <a:rPr lang="en-IN" dirty="0"/>
              <a:t>Nearest </a:t>
            </a:r>
            <a:r>
              <a:rPr dirty="0"/>
              <a:t>&amp; filter donors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995C3-25B9-4A8A-9A56-15C089BA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585" y="4168588"/>
            <a:ext cx="3471909" cy="24147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90716" y="1271434"/>
            <a:ext cx="10525432" cy="4315132"/>
          </a:xfrm>
        </p:spPr>
        <p:txBody>
          <a:bodyPr/>
          <a:lstStyle/>
          <a:p>
            <a:r>
              <a:rPr dirty="0"/>
              <a:t>Thank</a:t>
            </a:r>
            <a:r>
              <a:rPr lang="en-IN" dirty="0"/>
              <a:t>you!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195</Words>
  <Application>Microsoft Office PowerPoint</Application>
  <PresentationFormat>On-screen Show (4:3)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Blood Bank Management System </vt:lpstr>
      <vt:lpstr>Project Overview</vt:lpstr>
      <vt:lpstr>Features</vt:lpstr>
      <vt:lpstr>Technologies</vt:lpstr>
      <vt:lpstr>Data Flow</vt:lpstr>
      <vt:lpstr>UI / UX</vt:lpstr>
      <vt:lpstr>Admin Dashboard &amp; Functionality</vt:lpstr>
      <vt:lpstr>Coding / Integration</vt:lpstr>
      <vt:lpstr>Testing &amp; Demo</vt:lpstr>
      <vt:lpstr>Future Enhancements</vt:lpstr>
      <vt:lpstr>Thankyou!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Bank Management System </dc:title>
  <dc:subject/>
  <dc:creator/>
  <cp:keywords/>
  <dc:description>generated using python-pptx</dc:description>
  <cp:lastModifiedBy>SexoBot</cp:lastModifiedBy>
  <cp:revision>5</cp:revision>
  <dcterms:created xsi:type="dcterms:W3CDTF">2013-01-27T09:14:16Z</dcterms:created>
  <dcterms:modified xsi:type="dcterms:W3CDTF">2025-08-22T06:24:05Z</dcterms:modified>
  <cp:category/>
</cp:coreProperties>
</file>